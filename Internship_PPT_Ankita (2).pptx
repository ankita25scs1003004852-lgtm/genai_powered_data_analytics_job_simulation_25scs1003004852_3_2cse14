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extract/unpacked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8580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280160" y="685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NOIDA, UTTAR PRADESH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945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Powered Data Analytics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Simulation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Virtual Job Simulation Internship Presentation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by Tata  |  Hosted on the Forage Platform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55280" y="42976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880" y="44805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ANKITA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25SCS1003004852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(CSE)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Batch: 2026-2027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DURATION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&amp; Program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11887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Details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Profile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ANKITA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67919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(Computer Science &amp; Engineering)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39242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Number: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25SCS1003004852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410565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Batch: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2026-2027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481888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University, Greater Noida, U.P.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0" y="1965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Name: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Powered Data Analytics Job Simulation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267919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Sponsoring Organization: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339242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Forage Virtual Job Simulation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410565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481888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Code: </a:t>
            </a:r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6aa0fbcfef005a644605d9e8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Profile: Tata &amp; Forage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is one of India's largest and most trusted business conglomerates, with a diversified presence across financial services, technology, and consulting.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9572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Forage Partnership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Forage is a global virtual work experience platform that partners with organizations like Tata to design realistic, task-based job simulations.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81304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Alignment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Simulations are modelled on real analyst workflows, helping students build job-ready skills before entering the workforce.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512064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23036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Focus Domains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Analytics, Generative AI, Financial Services, Risk Profiling, and Business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Industry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11887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institutions extend credit to a large customer base, a portion of which is likely to default or fall delinquent. Identifying at-risk customers early is critical to minimizing financial losses while preserving customer relationships.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0936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simulation covers the full analytics workflow — exploring and profiling customer risk, using Generative AI to predict delinquency, and translating insights into a practical, AI-driven collections strategy communicated through a business report.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Project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&amp; Risk Profiling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customer and loan data to identify patterns and segment customers by risk level.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Prediction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66160" y="283464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Generative AI to predict the likelihood of customer delinquency.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Storytelling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92240" y="283464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analytical findings into a clear business report for stakeholders.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3544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418320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Strategy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418320" y="283464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practical, AI-informed strategy to improve collections outcomes.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Techniques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361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993392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(EDA), customer/loan risk segmentation techniques.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5361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0" y="1993392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modelling to analyse and predict delinquency patterns.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107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Storytelling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3867912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report writing and data storytelling for stakeholder communication.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4107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Design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0" y="3867912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Formulation of an AI-driven, data-backed collections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8346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Exploration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 Profiling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63240" y="3108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52044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7B1E3F"/>
          </a:solidFill>
          <a:ln w="12700">
            <a:solidFill>
              <a:srgbClr val="7B1E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28346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Delinquency Prediction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9320" y="3108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4652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8346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Reporting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Data Storytelling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15400" y="3108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937260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7B1E3F"/>
          </a:solidFill>
          <a:ln w="12700">
            <a:solidFill>
              <a:srgbClr val="7B1E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64040" y="28346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Strategy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builds on the previous one, moving from raw data to an actionable business strategy.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Breakdown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&amp; Risk Profiling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Analysed customer and loan-level data to identify patterns and segment customers by risk.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Delinquency with AI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6160" y="288036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Generative AI-based approaches to predict likelihood of customer delinquency.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Report &amp; Storytelling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findings into a business report using data storytelling for stakeholders.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35440" y="13716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18320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Collections Strategy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418320" y="288036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 practical strategy to improve collections efficiency based on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 &amp; Demonstrated Skills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and risk profiling of customer/loan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304288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0428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AI-assisted approach to predicting loan delinquency.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236976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3697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 report using data storytelling to communicate insights to stakeholders.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4169664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169664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proposed AI-driven collections strategy grounded in the analytical findings.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5102352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102352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analytical thinking applied to a real-world financial services problem.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&amp; Official Verification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766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Record / Credential Details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Title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GenAI Powered Data Analytics Job Simulation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Sponsoring Organization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Issuing Platform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Certificate 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Certificate of Completion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Completion Date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 9,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Enrolment Verification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6aa110535fb8cbf05e7ef38d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Verification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6aa0fbcfef005a644605d9e8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of Completion</a:t>
            </a:r>
            <a:endParaRPr lang="en-US" sz="2600" dirty="0"/>
          </a:p>
        </p:txBody>
      </p:sp>
      <p:pic>
        <p:nvPicPr>
          <p:cNvPr id="3" name="Image 0" descr="/home/claude/report/cer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280160"/>
            <a:ext cx="7955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3566160"/>
            <a:ext cx="594360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7033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ANKITA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25SCS1003004852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Computer Science &amp; Engineering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University, Greater Noida, U.P.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2026-09-10T03:58:51Z</dcterms:created>
  <dcterms:modified xsi:type="dcterms:W3CDTF">2026-09-10T03:58:51Z</dcterms:modified>
</cp:coreProperties>
</file>